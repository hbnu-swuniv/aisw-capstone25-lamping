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4" r:id="rId4"/>
    <p:sldId id="279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C012-8EC6-4F04-828D-1755EE92D05B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B5EA5-C388-4DCA-94F0-1896AEADB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220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3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02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6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9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B5EA5-C388-4DCA-94F0-1896AEADBAB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62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63F0-BE59-8B63-8FD3-264AB575B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37B16C-B1BA-5DEF-05B8-4D5F82C0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A68DE-B4D9-F773-14C5-5DFDF2B9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3D31-B8E1-452B-A7BB-E9C9CB1A734F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CBD19-C4F7-D194-D757-008EFD4D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87B7-355E-28F2-62C8-AFEEAF39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1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71B2A-DC55-4A78-F6BF-3CD8CCDE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D6091-3426-FF73-E427-03EC77DF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743418-7EFE-C2F5-3EFE-EEF18717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DCA3-6501-4B57-B8EB-C6E5EC6D4C44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55F65-647F-7C92-9237-164D607C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20218-9888-33D9-077F-8BAB9D73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D0210-7A02-3D49-586E-99E6FA48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717DE-F361-894C-F380-2A3D9345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4B915-FDB9-EE6E-1F19-E142B67A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D00A-6E4E-4200-A530-7A104A74A3F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D3988-231A-0E5A-62FC-9D98A92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1C252-FBF0-E7D0-A64F-E3D476D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2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20AF5-4E13-3B62-82A9-AB8D69CB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A5C48-FA7F-2FF6-7209-0821F962C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DBF096-8B53-3499-01B9-A4853F571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5D13A-684A-F22C-9EC3-E0338E13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1969-548B-43D8-B0CB-F32019D96CC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12C870-8367-9F9D-F52C-10750B28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39782-D94C-7DC8-C235-053A984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7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BE7B6-1594-A06B-D430-5A236C52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A037B-0865-38F6-4DC1-45A5D01E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4C2A99-DDB5-A5B0-0234-C45E49657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914E1-AD2D-63CD-D59D-EEAEA81CD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81C9D4-B920-D20F-FF28-69012929B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C3CFB0-8832-55D6-8503-A9EBDD23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ADB6-7C0E-45EC-9DD0-1D405B65214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282FB-3CB6-2599-809E-AC5F4EFF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AA98ED-C387-8DF9-AA9A-EC606A4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4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E78D0-67BC-284B-1D11-058F1441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B1509-8AFF-C97A-C3F7-A51694D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239E-426F-42BF-A4CE-CA686C03EAAA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DAA297-721D-0FE6-18B9-49AC144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684FBB-9523-B05A-199C-F7E6714F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3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2BEBCC-5C3E-82A1-8D41-95C2563F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B78C-A074-4D3F-8626-22853BB6729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388EFD-10EC-5B69-C2DA-5D0D8D7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BCD12-AEA8-AEB8-5220-38797715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E6C23-C028-A97F-5D7E-7D27D376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FA985-9282-BBFB-2AE0-2B5945D2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BE57E-D36D-5649-E0C7-D7E60945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5C61F-1A7B-7889-A152-3340D53A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8D88-6649-46AC-82BC-2C635BCD1F1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22CC0A-4064-DA9A-C179-D2F48CBE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669BE4-C186-1F24-15B8-77AA3362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4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B555D-DC2E-8CDB-7552-153A82B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876BB-0C7A-8A7B-BBA1-03589E1D4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0E86D-E922-85CB-62A8-65D733F4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5B2FA-EAA2-2E49-D1AE-43CBA5B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2488-3074-45FE-BAE8-3D660B46117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A90B0-7F4B-1F26-07B3-0982B2F3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CB231-2FD4-FE51-6E6B-ADCBE118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3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68DBB-38DD-F29C-295E-482EB51B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18A8E3-58B9-7857-478B-B4D587197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88D13-A3C8-7683-8A78-A1963FE5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2BC4-2D75-4377-94ED-D6BCDA059EE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2EC04-839D-11D2-12C0-95BA032F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FA17D-59DF-05EB-CF4C-91FE1A3B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95965F-096B-592B-EEA3-E39399A02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48E65A-9808-827D-5B8C-ACA90DCAC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B5B39-8BC4-DA62-A249-66204EE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7DE63-81FF-4A0C-99CB-55A827C8C17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7E9A1-6656-77D6-32A1-4393E3C8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573-3001-CD4F-7D68-659EEDC6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98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C1367D-BB57-CE21-3021-7586E9EF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492C3-F43D-3231-4AF1-6ADF272F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3C2B2-089F-1E53-7F8A-BDBEC657D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23A39-99ED-4A4B-AD1F-F60C0209403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A1E82-483E-12E5-3595-2C8A3D52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037E2-D36D-BAA7-60B3-0119819B1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3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E32F3-9561-9E8B-A883-33FEB78C2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519"/>
            <a:ext cx="12192000" cy="1090036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캡스톤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 디자인</a:t>
            </a:r>
            <a:b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중간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0F14D-2536-6E4D-DEF6-BE9EB959A551}"/>
              </a:ext>
            </a:extLst>
          </p:cNvPr>
          <p:cNvSpPr txBox="1"/>
          <p:nvPr/>
        </p:nvSpPr>
        <p:spPr>
          <a:xfrm>
            <a:off x="8339685" y="4447164"/>
            <a:ext cx="300601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>
                <a:latin typeface="HY견명조" panose="02030600000101010101" pitchFamily="18" charset="-127"/>
                <a:ea typeface="HY견명조" panose="02030600000101010101" pitchFamily="18" charset="-127"/>
              </a:rPr>
              <a:t>인공지능소프트웨어학과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최진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정현서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정진교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2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431B4-0DD0-738D-66A6-929324D7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ko-KR" altLang="en-US" sz="3500" b="1" dirty="0"/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1EC8FD-09A2-E9CD-AA13-E8F375F9F7F8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3A9E91-B093-77D6-35CC-D5A744140C7A}"/>
              </a:ext>
            </a:extLst>
          </p:cNvPr>
          <p:cNvSpPr txBox="1"/>
          <p:nvPr/>
        </p:nvSpPr>
        <p:spPr>
          <a:xfrm>
            <a:off x="807027" y="1774628"/>
            <a:ext cx="4222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동기 및 목적</a:t>
            </a:r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필요성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08AC5-BCEB-E46A-C75C-E8465E0BE0C4}"/>
              </a:ext>
            </a:extLst>
          </p:cNvPr>
          <p:cNvSpPr txBox="1"/>
          <p:nvPr/>
        </p:nvSpPr>
        <p:spPr>
          <a:xfrm>
            <a:off x="838200" y="2989885"/>
            <a:ext cx="2994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진행한 수행 과정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871DC-446C-421F-FC8A-D7644F07E5B3}"/>
              </a:ext>
            </a:extLst>
          </p:cNvPr>
          <p:cNvSpPr txBox="1"/>
          <p:nvPr/>
        </p:nvSpPr>
        <p:spPr>
          <a:xfrm>
            <a:off x="838200" y="4205142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과제 구조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D097-E7C3-2C99-AC76-43DE8AE23B37}"/>
              </a:ext>
            </a:extLst>
          </p:cNvPr>
          <p:cNvSpPr txBox="1"/>
          <p:nvPr/>
        </p:nvSpPr>
        <p:spPr>
          <a:xfrm>
            <a:off x="6687541" y="2236293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남은 수행 과정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B373F-3885-F2EF-2E5B-606CE405C74A}"/>
              </a:ext>
            </a:extLst>
          </p:cNvPr>
          <p:cNvSpPr txBox="1"/>
          <p:nvPr/>
        </p:nvSpPr>
        <p:spPr>
          <a:xfrm>
            <a:off x="6687541" y="3608967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진행중인 작업 사진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D8456AB-8641-3E22-5472-46BE54BF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95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동기 및 목적</a:t>
            </a:r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필요성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2237309"/>
            <a:ext cx="109882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개발 동기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산업 현장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물류창고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병원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식당등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다양한 실내 환경에서 로봇을 활용한 자율주행 이동 기술의 수요가 증가하고 있음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하지만 사용자가 원하는 위치로 로봇을 유도하거나 제어하는 과정이 유동적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직관적이지 못한 문제가 있음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필요성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스마트폰과 같은 직관적인 무선 송신기를 활용하여 자율주행 로봇의 목적지를 직접 설정하고 로봇의 동작을 실시간으로 모니터링 할 수 있음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진행한 수행 과정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진행된 과정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시뮬레이션을 기반으로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SLAM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지도 생성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AMCL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로봇의 위치를 추정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속도 제어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Nav2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경로 계획 및 목적지 도달 성능을 검증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918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과제 구조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1523373"/>
            <a:ext cx="115313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과제 구조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1.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시뮬레이션 환경에서 경로 탐색 실험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다양한 환경을 가정한 시뮬레이션에서 자율주행 이동 실험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Nav2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경로 명령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(Through Pose/ Follow Waypoint/ Navigate To Pose)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활용하여 목적지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도달 성능 검증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2.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 기반 좌표 전송 시스템 개발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송신기로부터 받은 목적지 데이터를 로컬 좌표로 변환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목표 지점의 좌표를 기반으로 최적의 경로 탐색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3.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의미 기반 장애물 회피 알고리즘 설계 및 실험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동적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정적 장애물 분류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 실제 위치 계산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가벽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적용 및 제거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4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남은 수행 과정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남은 수행 과정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앱에서 목적지의 좌표를 실시간으로 전송하는 통로인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Ros2-WebSocket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기반으로 한 통신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시스템을 구축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YOLO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LiDAR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융합한 의미 기반 장애물 회피 알고리즘을 설계하여 동적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정적 장애물을 분류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가벽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생성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제거 기법을 적용한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SLAM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지도 제작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64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진행중인 작업 사진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838200" y="1618559"/>
            <a:ext cx="1098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진행중인 작업 사진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11" y="2088158"/>
            <a:ext cx="2970305" cy="355960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80223"/>
            <a:ext cx="2960256" cy="356754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671" y="1618559"/>
            <a:ext cx="4156774" cy="454019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7086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61120" y="3112887"/>
            <a:ext cx="813046" cy="58910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1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319</Words>
  <Application>Microsoft Office PowerPoint</Application>
  <PresentationFormat>와이드스크린</PresentationFormat>
  <Paragraphs>66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HY견명조</vt:lpstr>
      <vt:lpstr>맑은 고딕</vt:lpstr>
      <vt:lpstr>휴먼모음T</vt:lpstr>
      <vt:lpstr>Arial</vt:lpstr>
      <vt:lpstr>Office 테마</vt:lpstr>
      <vt:lpstr>캡스톤 디자인 1학기 중간 발표</vt:lpstr>
      <vt:lpstr>목차</vt:lpstr>
      <vt:lpstr>1. 개발 동기 및 목적, 필요성</vt:lpstr>
      <vt:lpstr>2. 진행한 수행 과정</vt:lpstr>
      <vt:lpstr>3. 과제 구조</vt:lpstr>
      <vt:lpstr>4. 남은 수행 과정</vt:lpstr>
      <vt:lpstr>5. 진행중인 작업 사진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의미 기반 객체 탐지와 가벽 생성을 통한  실시간 자율주행 경로 계획 시스템</dc:title>
  <dc:creator>최진</dc:creator>
  <cp:lastModifiedBy>최진</cp:lastModifiedBy>
  <cp:revision>37</cp:revision>
  <dcterms:created xsi:type="dcterms:W3CDTF">2025-06-04T15:33:36Z</dcterms:created>
  <dcterms:modified xsi:type="dcterms:W3CDTF">2025-11-30T05:47:59Z</dcterms:modified>
</cp:coreProperties>
</file>